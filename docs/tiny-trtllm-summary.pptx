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E6EDF3"/>
                </a:solidFill>
              </a:rPr>
              <a:t>tiny-</a:t>
            </a:r>
            <a:r>
              <a:rPr sz="4800" b="1">
                <a:solidFill>
                  <a:srgbClr val="58A6FF"/>
                </a:solidFill>
              </a:rPr>
              <a:t>trtllm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8B949E"/>
                </a:solidFill>
              </a:rPr>
              <a:t>Minimal reimplementation of TensorRT-LLM's PyTorch backend  |  ~4K LOC  |  262 tests  |  86% coverage  |  0 C++  |  9x batched speedup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316736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7EE787"/>
                </a:solidFill>
              </a:rPr>
              <a:t>16 Core Architectural Differentiators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8A6FF"/>
                </a:solidFill>
              </a:rPr>
              <a:t>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Two-tier scheduling (Capacity + MicroBatch)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GUARANTEED_NO_EVICT / MAX_UTILIZATION policies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16936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EQUAL_PROGRESS / FCFS chunking policies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18104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Iteration-based executor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19272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Phase-segmented ScheduledRequests (4 lists)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Async two-phase sampling + grouped strategies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Overlap executor (CPU/GPU ping-pong)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22776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Await-responses (threading.Condition)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23944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Batched KV-cached inference (continuous batching)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98264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8A6FF"/>
                </a:solidFill>
              </a:rPr>
              <a:t>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26864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Plan/execute attention (plan → run)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28032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Hybrid attention backend dispatcher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29200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TRT-LLM thop.attention() kernel (via pip)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30368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MoE (gate → topk → fused dispatch)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0468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8A6FF"/>
                </a:solidFill>
              </a:rPr>
              <a:t>Infra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33288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Pydantic config hierarchy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34456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ResourceManager lifecycle (prepare → update → free)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135624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</a:rPr>
              <a:t>  Multi-GPU TP with NCCL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828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2A8FF"/>
                </a:solidFill>
              </a:rPr>
              <a:t>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000">
                <a:solidFill>
                  <a:srgbClr val="8B949E"/>
                </a:solidFill>
                <a:latin typeface="Courier New"/>
              </a:rPr>
              <a:t>tinytrtllm/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config.py          Pydantic config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llm.py             Top-level API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engine/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  scheduler.py     Two-tier scheduling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  executor.py      PyExecutor + Overlap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  hf_adapter.py    Batched KV-cache adapter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  sampler.py       Async two-phase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  block_manager.py Paged KV + prefix cache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  model_engine.py  Forward + CUDA graphs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layers/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  attention*.py    5 backends + hybrid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  linear.py        TP-aware parallel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  moe.py           Gate + TopK + fused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models/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  llama.py         LlamaForCausalLM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  qwen3.py         Qwen3ForCausalLM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  qwen3_moe.py     Qwen3MoEForCausalLM</a:t>
            </a:r>
          </a:p>
          <a:p>
            <a:r>
              <a:rPr sz="1000">
                <a:solidFill>
                  <a:srgbClr val="8B949E"/>
                </a:solidFill>
                <a:latin typeface="Courier New"/>
              </a:rPr>
              <a:t>  serve/server.py    FastAPI OpenAI-compat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120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657"/>
                </a:solidFill>
              </a:rPr>
              <a:t>Benchmark: L40S, Qwen3-0.6B, greedy, 32 tok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486400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6EDF3"/>
                </a:solidFill>
              </a:rPr>
              <a:t>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486400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6EDF3"/>
                </a:solidFill>
              </a:rPr>
              <a:t>HF Serial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5486400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6EDF3"/>
                </a:solidFill>
              </a:rPr>
              <a:t>Batched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0" y="5486400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6EDF3"/>
                </a:solidFill>
              </a:rPr>
              <a:t>Speedup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68756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1 req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68756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58 tok/s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568756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59 tok/s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0" y="568756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1.0x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888736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4 req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888736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61 tok/s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888736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EE787"/>
                </a:solidFill>
              </a:rPr>
              <a:t>212 tok/s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0" y="5888736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A657"/>
                </a:solidFill>
              </a:rPr>
              <a:t>3.5x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08990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8 req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608990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59 tok/s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08990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EE787"/>
                </a:solidFill>
              </a:rPr>
              <a:t>363 tok/s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0" y="608990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A657"/>
                </a:solidFill>
              </a:rPr>
              <a:t>6.1x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629107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16 req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629107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59 tok/s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29107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EE787"/>
                </a:solidFill>
              </a:rPr>
              <a:t>526 tok/s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0" y="629107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A657"/>
                </a:solidFill>
              </a:rPr>
              <a:t>9.0x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53796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EE787"/>
                </a:solidFill>
              </a:rPr>
              <a:t>Correctness: token-for-token IDENTICAL to HF model.generate()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68580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7EE787"/>
                </a:solidFill>
              </a:rPr>
              <a:t>4,015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720547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B949E"/>
                </a:solidFill>
              </a:rPr>
              <a:t>Production LOC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68580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</a:rPr>
              <a:t>3,506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720547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B949E"/>
                </a:solidFill>
              </a:rPr>
              <a:t>Test LOC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68580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2A8FF"/>
                </a:solidFill>
              </a:rPr>
              <a:t>86%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720547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B949E"/>
                </a:solidFill>
              </a:rPr>
              <a:t>Coverage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12879" y="68580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A657"/>
                </a:solidFill>
              </a:rPr>
              <a:t>262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12879" y="720547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B949E"/>
                </a:solidFill>
              </a:rPr>
              <a:t>Tests Passing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93040" y="68580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6B6B"/>
                </a:solidFill>
              </a:rPr>
              <a:t>9x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93040" y="720547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B949E"/>
                </a:solidFill>
              </a:rPr>
              <a:t>Batch Speedup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7772400"/>
            <a:ext cx="1280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8A6FF"/>
                </a:solidFill>
              </a:rPr>
              <a:t>github.com/venkywonka/tiny-trtllm  |  branch: dev/poc-1  |  Python + Triton only, zero C++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
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1">
                <a:solidFill>
                  <a:srgbClr val="E6EDF3"/>
                </a:solidFill>
              </a:rPr>
              <a:t>tiny-</a:t>
            </a:r>
            <a:r>
              <a:rPr sz="5200" b="1">
                <a:solidFill>
                  <a:srgbClr val="58A6FF"/>
                </a:solidFill>
              </a:rPr>
              <a:t>trtllm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2801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8B949E"/>
                </a:solidFill>
              </a:rPr>
              <a:t>Minimal reimplementation of TensorRT-LLM's PyTorch backend  |  ~3,700 LOC  |  206 tests  |  86% coverage  |  0 C++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3167360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7EE787"/>
                </a:solidFill>
              </a:rPr>
              <a:t>16 Core Architectural Differentiators Preserved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8A6FF"/>
                </a:solidFill>
              </a:rP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Two-tier scheduling (Capacity + MicroBatch)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GUARANTEED_NO_EVICT / MAX_UTILIZATION policies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EQUAL_PROGRESS / FCFS chunking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Iteration-based executor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Phase-segmented ScheduledRequests (4 lists)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Async two-phase sampling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Grouped strategy sampling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177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Overlap executor (CPU/GPU ping-pong)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Await-responses (threading.Condition)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8A6FF"/>
                </a:solidFill>
              </a:rPr>
              <a:t>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4068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Plan/execute attention (plan → run)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Hybrid attention backend dispatcher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9788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TRT-LLM thop.attention() kernel (via pip)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12648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MoE (gate → topk → fused dispatch)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8A6FF"/>
                </a:solidFill>
              </a:rPr>
              <a:t>Infra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72084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Pydantic config hierarchy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94944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ResourceManager lifecycle (prepare → update → free)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178040"/>
            <a:ext cx="6217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B949E"/>
                </a:solidFill>
              </a:rPr>
              <a:t>  Multi-GPU TP with NCCL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19456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2A8FF"/>
                </a:solidFill>
              </a:rPr>
              <a:t>Architecture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7432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Courier New"/>
              </a:rPr>
              <a:t>tinytrtllm/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config.py          Pydantic config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llm.py             Top-level API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engine/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scheduler.py     Two-tier scheduling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executor.py      PyExecutor + Overlap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sampler.py       Async two-phase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block_manager.py Paged KV + prefix cache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model_engine.py  Forward + CUDA graphs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layers/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attention*.py    5 backends + hybrid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linear.py        TP-aware parallel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moe.py           Gate + TopK + fused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models/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llama.py         LlamaForCausalLM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qwen3.py         Qwen3ForCausalLM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  qwen3_moe.py     Qwen3MoEForCausalLM</a:t>
            </a:r>
          </a:p>
          <a:p>
            <a:r>
              <a:rPr sz="1100">
                <a:solidFill>
                  <a:srgbClr val="8B949E"/>
                </a:solidFill>
                <a:latin typeface="Courier New"/>
              </a:rPr>
              <a:t>  serve/server.py    FastAPI OpenAI-compat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62179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7EE787"/>
                </a:solidFill>
              </a:rPr>
              <a:t>3,654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6629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8B949E"/>
                </a:solidFill>
              </a:rPr>
              <a:t>Production LOC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62179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58A6FF"/>
                </a:solidFill>
              </a:rPr>
              <a:t>2,578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6629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8B949E"/>
                </a:solidFill>
              </a:rPr>
              <a:t>Test LOC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2179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D2A8FF"/>
                </a:solidFill>
              </a:rPr>
              <a:t>86%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629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8B949E"/>
                </a:solidFill>
              </a:rPr>
              <a:t>Coverage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0" y="62179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A657"/>
                </a:solidFill>
              </a:rPr>
              <a:t>206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0" y="6629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8B949E"/>
                </a:solidFill>
              </a:rPr>
              <a:t>Tests Passing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71323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B747E"/>
                </a:solidFill>
              </a:rPr>
              <a:t>Removed: TensorRT compilation, speculative decoding, disaggregated serving, pipeline parallelism, LoRA, quantization, beam search, multimodal, 25+ architectures, C++ bindings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7772400"/>
            <a:ext cx="1280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8A6FF"/>
                </a:solidFill>
              </a:rPr>
              <a:t>github.com/venkywonka/tiny-trtllm  |  branch: dev/poc-1  |  Python + Triton only, zero C++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